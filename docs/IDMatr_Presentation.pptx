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IDMatr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Identity Security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12848"/>
            <a:ext cx="1188720" cy="292608"/>
          </a:xfrm>
          <a:prstGeom prst="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12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IGA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92808" y="2212848"/>
            <a:ext cx="1188720" cy="292608"/>
          </a:xfrm>
          <a:prstGeom prst="rect">
            <a:avLst>
              <a:gd name="adj" fmla="val 1875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92808" y="2212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82696" y="2212848"/>
            <a:ext cx="1188720" cy="292608"/>
          </a:xfrm>
          <a:prstGeom prst="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82696" y="2212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ISPM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2212848"/>
            <a:ext cx="1188720" cy="292608"/>
          </a:xfrm>
          <a:prstGeom prst="rect">
            <a:avLst>
              <a:gd name="adj" fmla="val 1875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72584" y="2212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ITDR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Readiness  •  Security Audit  •  User Guide  •  Admin Guide  •  Product Overview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•  March 2026  •  Production Readiness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62179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17043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1872" y="1216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Readiness 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1481328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82/100 overall score across 8 production dimensions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1920240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1872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2231136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findings • 10 fixed • 5 accepted risk • OWASP / NIST alignment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8229600" cy="62179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67004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1872" y="2715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61872" y="2980944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10-section end-user guide: discovery, risk, governance, ITDR, compliance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8229600" cy="62179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41985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61872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Guide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61872" y="3730752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secrets, hardening, backup/recovery, troubleshooting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169664"/>
            <a:ext cx="8229600" cy="62179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169664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61872" y="42153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61872" y="4480560"/>
            <a:ext cx="7132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feature completeness, 13 dashboard pages, roadmap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GO-LIVE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Verdict: ✅ Ready for Production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2286000" cy="210312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54864" cy="2103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968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078992"/>
            <a:ext cx="5760720" cy="210312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1078992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1521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Conditions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90672" y="16184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54480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strong JWT_SECRET (openssl rand -base64 64)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90672" y="198424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20240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POSTGRES_PASSWORD and NEO4J_PASSWORD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90672" y="23500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286000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ALLOWED_ORIGINS to your production domain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90672" y="27157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651760"/>
            <a:ext cx="4681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DEMO_MODE=false and NODE_ENV=production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1920240" cy="132588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83280"/>
            <a:ext cx="457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56432"/>
            <a:ext cx="173736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94360" y="4178808"/>
            <a:ext cx="1737360" cy="503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 Supported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33472" y="3383280"/>
            <a:ext cx="1920240" cy="132588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633472" y="3383280"/>
            <a:ext cx="45720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3456432"/>
            <a:ext cx="173736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2770632" y="4178808"/>
            <a:ext cx="1737360" cy="503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9744" y="3383280"/>
            <a:ext cx="1920240" cy="132588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9744" y="3383280"/>
            <a:ext cx="4572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46904" y="3456432"/>
            <a:ext cx="173736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4946904" y="4178808"/>
            <a:ext cx="1737360" cy="503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86016" y="3383280"/>
            <a:ext cx="1920240" cy="132588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86016" y="3383280"/>
            <a:ext cx="45720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3176" y="3456432"/>
            <a:ext cx="1737360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123176" y="4178808"/>
            <a:ext cx="1737360" cy="503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GO-LIVE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8-Dimension Scorecard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60520" cy="76809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591056"/>
            <a:ext cx="3995928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91056"/>
            <a:ext cx="3516417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1704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86200" y="11704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88/100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" y="173736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4160520" cy="76809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2523744"/>
            <a:ext cx="3995928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523744"/>
            <a:ext cx="3036905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1031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86200" y="21031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76/100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" y="267004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(post-hardening)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4160520" cy="76809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456432"/>
            <a:ext cx="3995928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456432"/>
            <a:ext cx="3276661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303580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86200" y="30358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82/100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" y="360273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95344"/>
            <a:ext cx="4160520" cy="76809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" y="4389120"/>
            <a:ext cx="3995928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389120"/>
            <a:ext cx="3116824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396849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86200" y="396849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78/100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" y="453542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097280"/>
            <a:ext cx="4160520" cy="76809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9472" y="1591056"/>
            <a:ext cx="3995928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9472" y="1591056"/>
            <a:ext cx="3396539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11704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Configuration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75320" y="11704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85/100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74336" y="173736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2029968"/>
            <a:ext cx="4160520" cy="76809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19472" y="2523744"/>
            <a:ext cx="3995928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2523744"/>
            <a:ext cx="3636294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21031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Completeness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275320" y="21031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91/100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74336" y="267004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2962656"/>
            <a:ext cx="4160520" cy="76809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19472" y="3456432"/>
            <a:ext cx="3995928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9472" y="3456432"/>
            <a:ext cx="2956987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74336" y="303580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Scalability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275320" y="30358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74/100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74336" y="360273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testing recommended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3895344"/>
            <a:ext cx="4160520" cy="768096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19472" y="4389120"/>
            <a:ext cx="3995928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19472" y="4389120"/>
            <a:ext cx="319674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4336" y="396849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275320" y="396849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974336" y="4535424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 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Findings — 10 Fixed, 5 Accepted Risk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1A23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704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42646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86537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Accepted: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33472" y="1097280"/>
            <a:ext cx="1920240" cy="1188720"/>
          </a:xfrm>
          <a:prstGeom prst="rect">
            <a:avLst/>
          </a:prstGeom>
          <a:solidFill>
            <a:srgbClr val="1A234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33472" y="1097280"/>
            <a:ext cx="54864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11704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70632" y="142646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70632" y="16459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70632" y="186537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Accepted: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9744" y="1097280"/>
            <a:ext cx="1920240" cy="1188720"/>
          </a:xfrm>
          <a:prstGeom prst="rect">
            <a:avLst/>
          </a:prstGeom>
          <a:solidFill>
            <a:srgbClr val="1A23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109728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904" y="11704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46904" y="142646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46904" y="16459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46904" y="186537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Accepted: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86016" y="1097280"/>
            <a:ext cx="1920240" cy="1188720"/>
          </a:xfrm>
          <a:prstGeom prst="rect">
            <a:avLst/>
          </a:prstGeom>
          <a:solidFill>
            <a:srgbClr val="1A23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86016" y="109728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23176" y="11704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23176" y="142646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23176" y="16459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23176" y="186537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Accepted: 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2450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Fixes Applied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2798064"/>
            <a:ext cx="8229600" cy="347472"/>
          </a:xfrm>
          <a:prstGeom prst="rect">
            <a:avLst/>
          </a:prstGeom>
          <a:solidFill>
            <a:srgbClr val="12233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2852928"/>
            <a:ext cx="621792" cy="201168"/>
          </a:xfrm>
          <a:prstGeom prst="rect">
            <a:avLst>
              <a:gd name="adj" fmla="val 27273"/>
            </a:avLst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0352" y="285292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SEC-001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25296" y="2852928"/>
            <a:ext cx="658368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25296" y="28529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56816" y="2852928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Hardcoded password123 fallback in graph-service → Removed, service warns if unset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12233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3273552"/>
            <a:ext cx="621792" cy="201168"/>
          </a:xfrm>
          <a:prstGeom prst="rect">
            <a:avLst>
              <a:gd name="adj" fmla="val 27273"/>
            </a:avLst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30352" y="32735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SEC-002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25296" y="3273552"/>
            <a:ext cx="658368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225296" y="32735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56816" y="3273552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 containers running as root → Non-root user (nestjs:1001) in all 10 Dockerfiles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639312"/>
            <a:ext cx="8229600" cy="347472"/>
          </a:xfrm>
          <a:prstGeom prst="rect">
            <a:avLst/>
          </a:prstGeom>
          <a:solidFill>
            <a:srgbClr val="12233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" y="3694176"/>
            <a:ext cx="621792" cy="201168"/>
          </a:xfrm>
          <a:prstGeom prst="rect">
            <a:avLst>
              <a:gd name="adj" fmla="val 27273"/>
            </a:avLst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30352" y="369417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SEC-003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225296" y="3694176"/>
            <a:ext cx="658368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225296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956816" y="3694176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Docker resource limits → CPU + memory limits on all 15 containers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059936"/>
            <a:ext cx="8229600" cy="347472"/>
          </a:xfrm>
          <a:prstGeom prst="rect">
            <a:avLst/>
          </a:prstGeom>
          <a:solidFill>
            <a:srgbClr val="12233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0352" y="4114800"/>
            <a:ext cx="621792" cy="201168"/>
          </a:xfrm>
          <a:prstGeom prst="rect">
            <a:avLst>
              <a:gd name="adj" fmla="val 27273"/>
            </a:avLst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30352" y="41148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SEC-004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225296" y="4114800"/>
            <a:ext cx="658368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225296" y="4114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HIGH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956816" y="4114800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rate limiting → @nestjs/throttler global guard (100 req/60s/IP)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solidFill>
            <a:srgbClr val="12233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0352" y="4535424"/>
            <a:ext cx="621792" cy="201168"/>
          </a:xfrm>
          <a:prstGeom prst="rect">
            <a:avLst>
              <a:gd name="adj" fmla="val 27273"/>
            </a:avLst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30352" y="453542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SEC-005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225296" y="4535424"/>
            <a:ext cx="658368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225296" y="45354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HIGH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956816" y="4535424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Missing HTTP security headers → X-Frame-Options, CSP, HSTS, Referrer-Policy added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 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Risks &amp; Compliance Alignment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210312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Risks (5)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517904"/>
            <a:ext cx="621792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151790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SEC-006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16736" y="151790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Without Refresh Token 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expiry in v1.1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1847088"/>
            <a:ext cx="621792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18470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SEC-007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16736" y="18470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Without Auth 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Internal-only; add credentials in v1.1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2176272"/>
            <a:ext cx="621792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217627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SEC-010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16736" y="21762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Job Payload 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serializes to JSON; typed DTO in v1.1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" y="2505456"/>
            <a:ext cx="621792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250545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SEC-011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16736" y="250545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in Logs 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logs only; PII masking in v1.1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" y="2834640"/>
            <a:ext cx="621792" cy="201168"/>
          </a:xfrm>
          <a:prstGeom prst="rect">
            <a:avLst>
              <a:gd name="adj" fmla="val 27273"/>
            </a:avLst>
          </a:prstGeom>
          <a:solidFill>
            <a:srgbClr val="2A1F0A"/>
          </a:solidFill>
          <a:ln w="12700">
            <a:solidFill>
              <a:srgbClr val="2A1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" y="28346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SEC-013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16736" y="28346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Endpoints Info Leak —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{status:ok} in production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3931920" cy="210312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54864" cy="2103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170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Alignment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15179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95160" y="151790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IA-2 | CC6.1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18288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95160" y="182880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AU-2 | CC7.2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21396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21396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SC-5 | CC6.8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24505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Hardening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95160" y="245059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CM-6 | CC6.6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27614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95160" y="276148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AC-12 | CC6.1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37760" y="30723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95160" y="30723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SC-8 | CC6.7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3383280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3456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Vulnerability Status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8368" y="380390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core dependencies — no known CVEs at assessment date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368" y="40416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Base image: node:20-alpine (current LTS)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8368" y="42793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Recommendation: Run npm audit in CI/CD • Enable Dependabot • Pin Docker image digests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— Four Security Disciplines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920240" cy="3657600"/>
          </a:xfrm>
          <a:prstGeom prst="rect">
            <a:avLst/>
          </a:prstGeom>
          <a:solidFill>
            <a:srgbClr val="1A23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1920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4813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Governance &amp; Administration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09397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0299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access request &amp; approval workflows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651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access certification campaigns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27355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/ Mover / Leaver lifecycle management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89534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 management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33472" y="1078992"/>
            <a:ext cx="1920240" cy="3657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33472" y="1078992"/>
            <a:ext cx="192024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078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706624" y="14813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24912" y="209397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1216" y="20299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identity lifecycle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24912" y="271576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71216" y="2651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&amp; role management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24912" y="333756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71216" y="327355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access mapping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24912" y="395935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71216" y="389534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reviews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9744" y="1078992"/>
            <a:ext cx="1920240" cy="3657600"/>
          </a:xfrm>
          <a:prstGeom prst="rect">
            <a:avLst/>
          </a:prstGeom>
          <a:solidFill>
            <a:srgbClr val="1A23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9744" y="1078992"/>
            <a:ext cx="19202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1078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ISPM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882896" y="14813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Security Posture Management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01184" y="20939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20299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6-domain posture score (0–100)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01184" y="27157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2651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coverage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01184" y="33375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327355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analysis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01184" y="39593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389534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IT detection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86016" y="1078992"/>
            <a:ext cx="1920240" cy="3657600"/>
          </a:xfrm>
          <a:prstGeom prst="rect">
            <a:avLst/>
          </a:prstGeom>
          <a:solidFill>
            <a:srgbClr val="1A234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986016" y="1078992"/>
            <a:ext cx="192024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1078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ITDR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059168" y="14813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Threat Detection &amp; Response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077456" y="209397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2029968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ATT&amp;CK–mapped threats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77456" y="271576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2651760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travel, credential stuffing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077456" y="333756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327355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response playbooks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077456" y="395935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0" y="389534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 (Splunk/QRadar)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Workflows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114800" cy="1792224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7899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Discovery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499616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Applications → + Scan 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connectors: MS365, Google, GitHub, Slack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15798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IDMatr enumerates apps, OAuth grants, shadow 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Managed / Unmanaged / Shadow IT / Deprecated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78992"/>
            <a:ext cx="4114800" cy="1792224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78992"/>
            <a:ext cx="41148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07899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1499616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identity scored 0–100 (AI-weighted)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56048" y="1828800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privilege level, MFA, dormancy, violations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56048" y="215798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nodes in Identity Graph = high-risk identities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56048" y="2487168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lines = critical attack paths to investigate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90672"/>
            <a:ext cx="4114800" cy="1792224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90672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9067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Governance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511296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requests appear in Access Governance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3840480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sees: requester, resource, risk score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416966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Approve / Deny / Escalate with notifications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498848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quarterly certifications: Certify or Revoke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090672"/>
            <a:ext cx="4114800" cy="1792224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090672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09067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ITDR Threat Response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56048" y="3511296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ITDR → Active Threats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56048" y="3840480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threat → view IoC details + playbook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56048" y="4169664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actions: Isolate / Revoke / Reset / Escalate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56048" y="4498848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Resolved with audit trail entry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&amp; Identity Graph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Interpretation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36192"/>
            <a:ext cx="3913632" cy="475488"/>
          </a:xfrm>
          <a:prstGeom prst="rect">
            <a:avLst/>
          </a:prstGeom>
          <a:solidFill>
            <a:srgbClr val="EF4444">
              <a:alpha val="15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910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1645920"/>
            <a:ext cx="749808" cy="237744"/>
          </a:xfrm>
          <a:prstGeom prst="rect">
            <a:avLst>
              <a:gd name="adj" fmla="val 2307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16459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160934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103120"/>
            <a:ext cx="3913632" cy="475488"/>
          </a:xfrm>
          <a:prstGeom prst="rect">
            <a:avLst/>
          </a:prstGeom>
          <a:solidFill>
            <a:srgbClr val="F97316">
              <a:alpha val="15000"/>
            </a:srgbClr>
          </a:solidFill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579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2212848"/>
            <a:ext cx="749808" cy="237744"/>
          </a:xfrm>
          <a:prstGeom prst="rect">
            <a:avLst>
              <a:gd name="adj" fmla="val 2307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22128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21762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within 24 hours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70048"/>
            <a:ext cx="3913632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2491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63040" y="2779776"/>
            <a:ext cx="749808" cy="237744"/>
          </a:xfrm>
          <a:prstGeom prst="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63040" y="277977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2743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within 1 week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236976"/>
            <a:ext cx="3913632" cy="475488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91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63040" y="3346704"/>
            <a:ext cx="749808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334670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33101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803904"/>
            <a:ext cx="3913632" cy="475488"/>
          </a:xfrm>
          <a:prstGeom prst="rect">
            <a:avLst/>
          </a:prstGeom>
          <a:solidFill>
            <a:srgbClr val="94A3B8">
              <a:alpha val="15000"/>
            </a:srgbClr>
          </a:solidFill>
          <a:ln w="635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587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3913632"/>
            <a:ext cx="749808" cy="237744"/>
          </a:xfrm>
          <a:prstGeom prst="rect">
            <a:avLst>
              <a:gd name="adj" fmla="val 23077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463040" y="39136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MINIMAL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38770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097280"/>
            <a:ext cx="54864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170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&amp; Graph Navigation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15179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considered: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185623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17922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level (admin scores higher)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218541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21214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dormancy (30+ days inactive)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37760" y="25146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38928" y="24505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status (no MFA = higher risk)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37760" y="284378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38928" y="27797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permissions vs. job function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937760" y="317296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31089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 in last 30 days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37760" y="35021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38928" y="34381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behavior (unusual login location)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7760" y="38587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Graph: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37760" y="4114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nodes = high-risk  •  Red lines = attack paths  •  Toxic Permissions tab = SoD violations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45720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dashboard pages available: Dashboard • Analytics • Identities • Applications • Identity Graph • Risk • ITDR • Posture • Governance • Compliance • Audit • Health • Settings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&amp; Configuration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5029200" cy="2852928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54864" cy="2852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521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Quick Start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55448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54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53619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  # Set all required 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" y="195681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956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193852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postgres redis neo4j nats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235915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234086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  # Wait for healthy 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276148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" y="274320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run --rm identity-service npx prisma migrate deploy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" y="316382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163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314553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 # Start all services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" y="356616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2688" y="354787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http://localhost:3001/api/health  # 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1078992"/>
            <a:ext cx="3017520" cy="2852928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1078992"/>
            <a:ext cx="54864" cy="2852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1152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Env Variables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70448" y="15910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5179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16459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rand -base64 64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70448" y="188366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1810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POSTGRES_PASSWORD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19385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rand -base64 32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70448" y="21762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103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NEO4J_PASSWORD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0" y="22311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rand -base64 32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870448" y="24688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23957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NATS_URL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25237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nats://nats:4222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70448" y="276148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26883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REDIS_URL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28163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redis://redis:6379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70448" y="30540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29809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ALLOWED_ORIGINS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35040" y="31089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https://yourdomain.com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70448" y="33467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32735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DEMO_MODE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35040" y="34015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(production)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70448" y="36393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3566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NODE_ENV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35040" y="36941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059936"/>
            <a:ext cx="82296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7200" y="4059936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133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" y="4425696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Small Org: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CPU  •  8GB RAM  •  50GB SSD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" y="4425696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 CPU  •  16–32GB RAM  •  200GB NVMe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" y="4425696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Scale: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3+ nodes  •  Managed PostgreSQL  •  Redis Cluster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0080" y="442569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Small Org: 4 CPU • 8GB RAM • 50GB SSD    •    Production: 8–16 CPU • 16–32GB RAM • 200GB NVMe    •    Large Scale (50K+ identities): Kubernetes cluster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GUIDE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Hardening, Backup &amp; Troubleshooting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3931920" cy="210312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54864" cy="2103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521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54533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48132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rotation: generate → update .env → restart api-gateway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81051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password: ALTER USER + update .env + restart 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20370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13969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remove postgres/redis/neo4j external ports in override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53288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4688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TLS: nginx reverse proxy with ssl_protocols TLSv1.2 TLSv1.3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86207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7980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 (full) | user (read-only) | auditor (audit only)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078992"/>
            <a:ext cx="4114800" cy="210312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78992"/>
            <a:ext cx="54864" cy="2103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52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54533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4813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pg_dump → gzip → daily cron at 02:00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8105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Neo4j: neo4j-admin dump → /backups/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20370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139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 AOF appendonly.aof (enabled by default)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53288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4688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stop app services → restore DBs → restart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86207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RTO: ~15 min | RPO: 24 hours (daily cron schedule)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346704"/>
            <a:ext cx="3931920" cy="146304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346704"/>
            <a:ext cx="54864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4198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81304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37490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 on every service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408736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0233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visualization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436168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42976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centralized log aggregation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63600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457200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page at /health (built-in)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0" y="3346704"/>
            <a:ext cx="4114800" cy="146304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0" y="3346704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19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754880" y="381304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7490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won't start → check .env for missing vars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54880" y="408736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40233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→ verify JWT_SECRET is set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54880" y="436168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42976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failed → wait 30s, check postgres health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54880" y="46360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45720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memory → docker stats; reduce Neo4j heap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11 Services, Event-Driven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0" y="1051560"/>
            <a:ext cx="40233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0515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 (Next.js 16 / React 19 / port 3000)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563624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764792"/>
            <a:ext cx="493776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76479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(NestJS / JWT Auth / Rate Limiting / Security Headers / port 3001)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30428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JetStream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276856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4203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4203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identity-service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2816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3002  •  PG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64992" y="254203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254203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816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3003  •  PG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72784" y="254203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54203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82512" y="2816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3004  •  PG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18211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821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2186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risk-engine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3456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3005  •  PG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64992" y="318211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31821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2186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audit-service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3456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3006  •  PG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72784" y="318211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72784" y="3182112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2186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policy-engine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82512" y="3456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3007  •  PG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82219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822192"/>
            <a:ext cx="45720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8587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graph-service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" y="4096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3008  •  Neo4j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64992" y="382219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64992" y="3822192"/>
            <a:ext cx="45720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8587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0" y="4096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3009  •  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72784" y="3822192"/>
            <a:ext cx="2651760" cy="530352"/>
          </a:xfrm>
          <a:prstGeom prst="rect">
            <a:avLst/>
          </a:prstGeom>
          <a:solidFill>
            <a:srgbClr val="1A2340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72784" y="3822192"/>
            <a:ext cx="45720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8587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worker-queue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82512" y="4096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3010  •  Redis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" y="451713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700016"/>
            <a:ext cx="1920240" cy="292608"/>
          </a:xfrm>
          <a:prstGeom prst="rect">
            <a:avLst/>
          </a:prstGeom>
          <a:solidFill>
            <a:srgbClr val="0D9488">
              <a:alpha val="15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700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33472" y="4700016"/>
            <a:ext cx="1920240" cy="292608"/>
          </a:xfrm>
          <a:prstGeom prst="rect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33472" y="4700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09744" y="4700016"/>
            <a:ext cx="1920240" cy="292608"/>
          </a:xfrm>
          <a:prstGeom prst="rect">
            <a:avLst/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4700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86016" y="4700016"/>
            <a:ext cx="192024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86016" y="4700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2.9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Completeness — 13 Pages, 12 Core Features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5029200" cy="374904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50292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(13)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54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16276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554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Analytics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/analytics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04825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9751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/identities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04825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9751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/applications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3957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Graph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/graph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4688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23957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/risk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8895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8163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ITDR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/itdr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28895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82112" y="28163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/posture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2369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Governance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/governance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331012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2112" y="32369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/compliance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7307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6576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/audit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37307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82112" y="36576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/health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5137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0782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/settings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1078992"/>
            <a:ext cx="3017520" cy="374904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0" y="1078992"/>
            <a:ext cx="301752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10789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(12)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79008" y="16550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15910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Identity discovery (MS365, Google, Slack, GitHub)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79008" y="19293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18653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Application &amp; shadow IT detection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79008" y="22037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21396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mapping (User→Role→Permission→App)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79008" y="24780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24140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 scoring (CVSS-inspired weighted)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79008" y="275234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26883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ITDR threat detection (MITRE ATT&amp;CK)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79008" y="30266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29626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Identity graph (Neo4j + SVG visualization)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79008" y="33009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32369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governance workflows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779008" y="35753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35112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JML lifecycle (Joiner/Mover/Leaver)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779008" y="38496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0" y="3785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certification campaigns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779008" y="412394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SoD toxic combination detection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779008" y="43982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43342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Tamper-proof audit trail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779008" y="46725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0" y="46085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SOC2, ISO27001, NIST CSF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37744"/>
          </a:xfrm>
          <a:prstGeom prst="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— Key Endpoints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170432"/>
            <a:ext cx="566928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1704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115214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70432" y="138988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check (no auth required)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1810512"/>
            <a:ext cx="566928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18105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70432" y="179222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/api/identities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70432" y="202996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managed identities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450592"/>
            <a:ext cx="566928" cy="201168"/>
          </a:xfrm>
          <a:prstGeom prst="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24505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70432" y="243230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/api/identities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70432" y="267004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identity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090672"/>
            <a:ext cx="566928" cy="201168"/>
          </a:xfrm>
          <a:prstGeom prst="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30906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70432" y="307238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/api/discovery/scan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70432" y="331012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application discovery scan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7588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730752"/>
            <a:ext cx="566928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0352" y="3730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70432" y="371246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/api/risk/scores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70432" y="395020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risk profiles for all identities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31596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4370832"/>
            <a:ext cx="566928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0352" y="4370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70432" y="435254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/api/itdr/threats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70432" y="459028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active ITDR threats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111556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1170432"/>
            <a:ext cx="566928" cy="201168"/>
          </a:xfrm>
          <a:prstGeom prst="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19472" y="11704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59552" y="115214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/api/itdr/threats/:id/respond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59552" y="138988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threat (isolate/revoke/reset)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175564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9472" y="1810512"/>
            <a:ext cx="566928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19472" y="18105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59552" y="179222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/api/governance/workflows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59552" y="202996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approval workflows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239572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19472" y="2450592"/>
            <a:ext cx="566928" cy="201168"/>
          </a:xfrm>
          <a:prstGeom prst="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19472" y="24505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59552" y="243230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/api/governance/workflows/:id/approve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559552" y="267004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access workflow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303580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19472" y="3090672"/>
            <a:ext cx="566928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919472" y="30906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59552" y="307238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/api/graph/attack-paths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559552" y="331012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attack path analysis (Neo4j)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367588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19472" y="3730752"/>
            <a:ext cx="566928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919472" y="3730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59552" y="371246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/api/graph/toxic-combinations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559552" y="395020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SoD violations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46320" y="4315968"/>
            <a:ext cx="4160520" cy="530352"/>
          </a:xfrm>
          <a:prstGeom prst="rect">
            <a:avLst/>
          </a:prstGeom>
          <a:solidFill>
            <a:srgbClr val="1A23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19472" y="4370832"/>
            <a:ext cx="566928" cy="201168"/>
          </a:xfrm>
          <a:prstGeom prst="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919472" y="4370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59552" y="435254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/api/compliance/metrics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559552" y="459028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compliance scores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require Bearer JWT token  •  Rate limit: 100 req / 60s per IP  •  1MB max body size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IDMatr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Ready. Secure. Enterprise-Grade.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192024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828800"/>
            <a:ext cx="4572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8836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82/100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79192" y="1828800"/>
            <a:ext cx="192024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79192" y="1828800"/>
            <a:ext cx="4572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7208" y="18836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07208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Fixes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55464" y="1828800"/>
            <a:ext cx="192024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55464" y="1828800"/>
            <a:ext cx="457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836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83480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31736" y="1828800"/>
            <a:ext cx="192024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31736" y="1828800"/>
            <a:ext cx="4572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18836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59752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907792"/>
            <a:ext cx="8229600" cy="1627632"/>
          </a:xfrm>
          <a:prstGeom prst="rect">
            <a:avLst/>
          </a:prstGeom>
          <a:solidFill>
            <a:srgbClr val="1A23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2907792"/>
            <a:ext cx="54864" cy="1627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9809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" y="331927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" y="3319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" y="332841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staging: copy .env.example, set secrets, run docker compose up -d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0664" y="3648456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3648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" y="365760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database migrations for all 5 Prisma services (identity, discovery, governance, risk, audit)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0664" y="397764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" y="3977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" y="398678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first identity provider (Azure AD or Google Workspace) and trigger discovery scan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0664" y="4306824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" y="4306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8992" y="431596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hardening: JWT refresh tokens, NATS credentials, PII log masking, Prometheus metrics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IDMatr v1.0  •  Assessment: March 2026  •  Next review: 90 days or upon major feature release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IDMatr — Enterprise Identity Security Platform</dc:title>
  <dc:subject>Go-Live Readiness, Security Audit, User &amp; Admin Guide</dc:subject>
  <dc:creator>IDMatr</dc:creator>
  <cp:lastModifiedBy>IDMatr</cp:lastModifiedBy>
  <cp:revision>1</cp:revision>
  <dcterms:created xsi:type="dcterms:W3CDTF">2026-03-12T07:49:05Z</dcterms:created>
  <dcterms:modified xsi:type="dcterms:W3CDTF">2026-03-12T07:49:05Z</dcterms:modified>
</cp:coreProperties>
</file>